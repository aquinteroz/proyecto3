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4"/>
  </p:sldMasterIdLst>
  <p:handoutMasterIdLst>
    <p:handoutMasterId r:id="rId9"/>
  </p:handoutMasterIdLst>
  <p:sldIdLst>
    <p:sldId id="261" r:id="rId5"/>
    <p:sldId id="256" r:id="rId6"/>
    <p:sldId id="262" r:id="rId7"/>
    <p:sldId id="263" r:id="rId8"/>
  </p:sldIdLst>
  <p:sldSz cx="25199975" cy="35999738"/>
  <p:notesSz cx="6858000" cy="9144000"/>
  <p:embeddedFontLst>
    <p:embeddedFont>
      <p:font typeface="Albert Sans" pitchFamily="2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Jost ExtraBold" pitchFamily="2" charset="0"/>
      <p:bold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8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AC7"/>
    <a:srgbClr val="004751"/>
    <a:srgbClr val="19BED5"/>
    <a:srgbClr val="693184"/>
    <a:srgbClr val="60BED4"/>
    <a:srgbClr val="F29118"/>
    <a:srgbClr val="3AA93D"/>
    <a:srgbClr val="CC235A"/>
    <a:srgbClr val="713083"/>
    <a:srgbClr val="0D4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4660"/>
  </p:normalViewPr>
  <p:slideViewPr>
    <p:cSldViewPr snapToGrid="0">
      <p:cViewPr varScale="1">
        <p:scale>
          <a:sx n="16" d="100"/>
          <a:sy n="16" d="100"/>
        </p:scale>
        <p:origin x="3010" y="134"/>
      </p:cViewPr>
      <p:guideLst>
        <p:guide orient="horz" pos="11338"/>
        <p:guide pos="79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Elena Echeverri Cuartas" userId="804ffbca-0ff8-4e7e-ae78-e419f50e4d2e" providerId="ADAL" clId="{1E99BD54-064E-4399-9207-D7148962BD9A}"/>
  </pc:docChgLst>
  <pc:docChgLst>
    <pc:chgData name="Andrés Quintero Zea" userId="1afbaccb-d00b-410b-811e-c547a3cc0df7" providerId="ADAL" clId="{56F294C3-5047-4B52-8B21-ED78302B16C8}"/>
  </pc:docChgLst>
  <pc:docChgLst>
    <pc:chgData name="Andrés Quintero Zea" userId="1afbaccb-d00b-410b-811e-c547a3cc0df7" providerId="ADAL" clId="{453903ED-E2CA-438C-B2AB-AB0F74BD0B21}"/>
  </pc:docChgLst>
  <pc:docChgLst>
    <pc:chgData name="Andrés Quintero Zea" userId="1afbaccb-d00b-410b-811e-c547a3cc0df7" providerId="ADAL" clId="{BE668BD3-78D2-4682-9C45-970F2C19D1FB}"/>
    <pc:docChg chg="undo custSel addSld modSld modMainMaster">
      <pc:chgData name="Andrés Quintero Zea" userId="1afbaccb-d00b-410b-811e-c547a3cc0df7" providerId="ADAL" clId="{BE668BD3-78D2-4682-9C45-970F2C19D1FB}" dt="2025-04-30T16:49:32.854" v="89"/>
      <pc:docMkLst>
        <pc:docMk/>
      </pc:docMkLst>
      <pc:sldChg chg="addSp delSp modSp">
        <pc:chgData name="Andrés Quintero Zea" userId="1afbaccb-d00b-410b-811e-c547a3cc0df7" providerId="ADAL" clId="{BE668BD3-78D2-4682-9C45-970F2C19D1FB}" dt="2025-04-30T16:49:26.278" v="86"/>
        <pc:sldMkLst>
          <pc:docMk/>
          <pc:sldMk cId="2797568702" sldId="256"/>
        </pc:sldMkLst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2" creationId="{46D563ED-D04B-44B3-AD12-E0961D55133D}"/>
          </ac:spMkLst>
        </pc:spChg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3" creationId="{E4EC326A-FF74-4A70-B771-35307C073299}"/>
          </ac:spMkLst>
        </pc:spChg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4" creationId="{093CBD1B-42AF-4CAF-8264-3CA70E268FF6}"/>
          </ac:spMkLst>
        </pc:spChg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5" creationId="{CCA60C32-C058-4FFD-A311-178B8EE01045}"/>
          </ac:spMkLst>
        </pc:spChg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6" creationId="{A639997F-E889-4E2B-8396-EF4A3AC719F5}"/>
          </ac:spMkLst>
        </pc:spChg>
        <pc:spChg chg="del">
          <ac:chgData name="Andrés Quintero Zea" userId="1afbaccb-d00b-410b-811e-c547a3cc0df7" providerId="ADAL" clId="{BE668BD3-78D2-4682-9C45-970F2C19D1FB}" dt="2025-04-30T16:42:58.846" v="40"/>
          <ac:spMkLst>
            <pc:docMk/>
            <pc:sldMk cId="2797568702" sldId="256"/>
            <ac:spMk id="7" creationId="{A906F9D8-B97C-4DDD-B462-696162FE7705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8" creationId="{A2138BFF-4E6E-42EF-A377-3DBFE4123230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9" creationId="{5271A15C-C70E-47A4-BBAD-DD993EFACAB2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0" creationId="{923AED9D-D250-4451-BB45-72260181B342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1" creationId="{A483298B-C01F-4489-8D37-80CA01EB4C4C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2" creationId="{16222DFB-40A8-451C-AFF4-C690326ED379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3" creationId="{2E6F8C57-B639-4B25-BD11-0444FE6C3893}"/>
          </ac:spMkLst>
        </pc:spChg>
        <pc:spChg chg="add del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4" creationId="{20F33B57-1A6B-44CF-B77E-A589A1911E69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5" creationId="{BE46D2FA-CE77-4B2F-8F68-78B4E9410CB8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6" creationId="{7D941952-7E03-4D2D-9EDC-443FB7FBFDBF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7" creationId="{9E3E1EB3-863D-4516-962F-2FFD8FFE5F63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8" creationId="{E6E7BBDD-8801-44E4-8CE3-E7CF7C0D70BA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19" creationId="{9231E114-9296-4624-BEC1-BB1CCE20B682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20" creationId="{8AFE2413-F482-4EE1-A46A-D8C2FB3680EB}"/>
          </ac:spMkLst>
        </pc:spChg>
        <pc:spChg chg="add mod">
          <ac:chgData name="Andrés Quintero Zea" userId="1afbaccb-d00b-410b-811e-c547a3cc0df7" providerId="ADAL" clId="{BE668BD3-78D2-4682-9C45-970F2C19D1FB}" dt="2025-04-30T16:49:26.278" v="86"/>
          <ac:spMkLst>
            <pc:docMk/>
            <pc:sldMk cId="2797568702" sldId="256"/>
            <ac:spMk id="21" creationId="{A36C76DA-0685-4A03-912F-DF3193816A32}"/>
          </ac:spMkLst>
        </pc:spChg>
      </pc:sldChg>
      <pc:sldChg chg="addSp delSp modSp">
        <pc:chgData name="Andrés Quintero Zea" userId="1afbaccb-d00b-410b-811e-c547a3cc0df7" providerId="ADAL" clId="{BE668BD3-78D2-4682-9C45-970F2C19D1FB}" dt="2025-04-30T16:49:24.439" v="85" actId="27636"/>
        <pc:sldMkLst>
          <pc:docMk/>
          <pc:sldMk cId="3726218936" sldId="261"/>
        </pc:sldMkLst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2" creationId="{7720F9EF-8B14-413B-93F6-851C28AFEB3A}"/>
          </ac:spMkLst>
        </pc:spChg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3" creationId="{A9C1E7CA-8088-4C2E-8058-C1D3A625F57B}"/>
          </ac:spMkLst>
        </pc:spChg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4" creationId="{783D6B9F-1D49-4762-8601-F501E3098328}"/>
          </ac:spMkLst>
        </pc:spChg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5" creationId="{B992228F-4887-402C-9C12-7373D24A6D42}"/>
          </ac:spMkLst>
        </pc:spChg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6" creationId="{1435E78A-355F-4EBA-9CC1-19B843B80339}"/>
          </ac:spMkLst>
        </pc:spChg>
        <pc:spChg chg="del">
          <ac:chgData name="Andrés Quintero Zea" userId="1afbaccb-d00b-410b-811e-c547a3cc0df7" providerId="ADAL" clId="{BE668BD3-78D2-4682-9C45-970F2C19D1FB}" dt="2025-04-30T16:42:24.638" v="36"/>
          <ac:spMkLst>
            <pc:docMk/>
            <pc:sldMk cId="3726218936" sldId="261"/>
            <ac:spMk id="7" creationId="{76772AC9-E900-456E-BC25-D603E06BE9CE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8" creationId="{FEB8408B-FE3D-48A9-89C8-A01F4235AB9F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9" creationId="{0B2336B1-7C02-4A9D-BF1E-F62A5BF2B280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0" creationId="{102827D4-86B1-4EF8-8823-DDD86A1407B7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1" creationId="{D45ED6E6-F6E0-40B6-87FA-EC58605F596F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2" creationId="{5F627223-A31B-4C76-8882-B1341D7BD044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3" creationId="{2B52617F-1600-4E4C-9149-89C7EFCBCE9D}"/>
          </ac:spMkLst>
        </pc:spChg>
        <pc:spChg chg="add del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4" creationId="{7EE472F9-7E39-45C9-B49A-D3B787E4695F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5" creationId="{124DC036-20FC-4332-8DD7-D516EAF66389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6" creationId="{87A3E2B8-EF4B-40EF-B503-FAC3C04419EF}"/>
          </ac:spMkLst>
        </pc:spChg>
        <pc:spChg chg="add mod">
          <ac:chgData name="Andrés Quintero Zea" userId="1afbaccb-d00b-410b-811e-c547a3cc0df7" providerId="ADAL" clId="{BE668BD3-78D2-4682-9C45-970F2C19D1FB}" dt="2025-04-30T16:49:24.439" v="85" actId="27636"/>
          <ac:spMkLst>
            <pc:docMk/>
            <pc:sldMk cId="3726218936" sldId="261"/>
            <ac:spMk id="17" creationId="{9023CE79-226F-4203-BC04-ACCABDA2FC93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8" creationId="{069E5552-5A0A-4439-A312-2299F70FCD58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19" creationId="{CE7738EE-38F7-4025-9E60-B5F0BC8CCC1E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20" creationId="{79BD04E5-920C-4911-9035-667C17FDCBCB}"/>
          </ac:spMkLst>
        </pc:spChg>
        <pc:spChg chg="add mod">
          <ac:chgData name="Andrés Quintero Zea" userId="1afbaccb-d00b-410b-811e-c547a3cc0df7" providerId="ADAL" clId="{BE668BD3-78D2-4682-9C45-970F2C19D1FB}" dt="2025-04-30T16:49:24.411" v="84"/>
          <ac:spMkLst>
            <pc:docMk/>
            <pc:sldMk cId="3726218936" sldId="261"/>
            <ac:spMk id="21" creationId="{7CF9E774-BABB-45E5-987F-AF288F641B74}"/>
          </ac:spMkLst>
        </pc:spChg>
      </pc:sldChg>
      <pc:sldChg chg="addSp delSp modSp add">
        <pc:chgData name="Andrés Quintero Zea" userId="1afbaccb-d00b-410b-811e-c547a3cc0df7" providerId="ADAL" clId="{BE668BD3-78D2-4682-9C45-970F2C19D1FB}" dt="2025-04-30T16:49:30.052" v="88" actId="27636"/>
        <pc:sldMkLst>
          <pc:docMk/>
          <pc:sldMk cId="4173518010" sldId="262"/>
        </pc:sldMkLst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2" creationId="{EAFF290F-149E-4390-95A1-63148771FBEF}"/>
          </ac:spMkLst>
        </pc:spChg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3" creationId="{45D2541C-5EC1-47CD-BCF0-706C09619FAC}"/>
          </ac:spMkLst>
        </pc:spChg>
        <pc:spChg chg="del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4" creationId="{85002FE3-3B70-46A9-8A8E-C16C049FA51B}"/>
          </ac:spMkLst>
        </pc:spChg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5" creationId="{AC3EB8E7-B9E2-4333-A1F5-773AD833E693}"/>
          </ac:spMkLst>
        </pc:spChg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6" creationId="{77CF852C-6C89-4CB0-B856-7B54CD910A8C}"/>
          </ac:spMkLst>
        </pc:spChg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7" creationId="{7F11048D-2FA3-49F1-9D5F-3B2081BDE6DD}"/>
          </ac:spMkLst>
        </pc:spChg>
        <pc:spChg chg="del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8" creationId="{D1159F34-0480-4164-AF1C-F700DED60D92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9" creationId="{88C838CB-E2FE-458C-A699-F9F8F04830B7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10" creationId="{641B9AFB-013D-4196-A7BC-0E37E98FC5A4}"/>
          </ac:spMkLst>
        </pc:spChg>
        <pc:spChg chg="add mod">
          <ac:chgData name="Andrés Quintero Zea" userId="1afbaccb-d00b-410b-811e-c547a3cc0df7" providerId="ADAL" clId="{BE668BD3-78D2-4682-9C45-970F2C19D1FB}" dt="2025-04-30T16:49:30.052" v="88" actId="27636"/>
          <ac:spMkLst>
            <pc:docMk/>
            <pc:sldMk cId="4173518010" sldId="262"/>
            <ac:spMk id="11" creationId="{F8D8F22B-A7D6-4E95-A03C-BFE56DA0E9D2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12" creationId="{847472AE-54D2-449E-89A9-35E7A827562F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13" creationId="{E9A3CA8C-BE9B-484A-A8B7-2CDEE51997AE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14" creationId="{622ECBB5-BD85-43A0-BC89-15169D9CC02B}"/>
          </ac:spMkLst>
        </pc:spChg>
        <pc:spChg chg="add mod">
          <ac:chgData name="Andrés Quintero Zea" userId="1afbaccb-d00b-410b-811e-c547a3cc0df7" providerId="ADAL" clId="{BE668BD3-78D2-4682-9C45-970F2C19D1FB}" dt="2025-04-30T16:49:30.029" v="87"/>
          <ac:spMkLst>
            <pc:docMk/>
            <pc:sldMk cId="4173518010" sldId="262"/>
            <ac:spMk id="15" creationId="{E27298D6-784A-49C9-B88E-5DE4EC9FCEDD}"/>
          </ac:spMkLst>
        </pc:spChg>
      </pc:sldChg>
      <pc:sldChg chg="addSp delSp modSp add">
        <pc:chgData name="Andrés Quintero Zea" userId="1afbaccb-d00b-410b-811e-c547a3cc0df7" providerId="ADAL" clId="{BE668BD3-78D2-4682-9C45-970F2C19D1FB}" dt="2025-04-30T16:49:32.854" v="89"/>
        <pc:sldMkLst>
          <pc:docMk/>
          <pc:sldMk cId="2234842431" sldId="263"/>
        </pc:sldMkLst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2" creationId="{7A7A8EC1-B3A9-46E2-86F7-22FC2FE03BCF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3" creationId="{6D069CD3-2A90-400A-A701-EA83DAB5E94F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4" creationId="{8EED06F6-2AA4-4488-987F-A57115DB5C5E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5" creationId="{4665A1D6-551B-437D-BB54-D4159B1A5728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6" creationId="{4F728C88-71D2-451C-AA29-6F8DA905F120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7" creationId="{FFE8D048-3D49-464B-9B9D-DD5C8A8A0839}"/>
          </ac:spMkLst>
        </pc:spChg>
        <pc:spChg chg="del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8" creationId="{14A2BFC8-14EB-4086-95CA-437C5BA8210F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9" creationId="{38246BED-C318-46A8-809D-FFC88F571ABD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0" creationId="{58C3291B-5056-48A4-BEE9-C4A635C298FC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1" creationId="{08D534A4-9393-4AF0-8324-F68675ECF036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2" creationId="{CFBC4E77-B76D-4F59-9A11-E7DDB333C38E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3" creationId="{7A5F767C-6762-43A6-893B-B0DF04A79EE3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4" creationId="{F173B900-E8A3-494C-B639-824E838753A9}"/>
          </ac:spMkLst>
        </pc:spChg>
        <pc:spChg chg="add mod">
          <ac:chgData name="Andrés Quintero Zea" userId="1afbaccb-d00b-410b-811e-c547a3cc0df7" providerId="ADAL" clId="{BE668BD3-78D2-4682-9C45-970F2C19D1FB}" dt="2025-04-30T16:49:32.854" v="89"/>
          <ac:spMkLst>
            <pc:docMk/>
            <pc:sldMk cId="2234842431" sldId="263"/>
            <ac:spMk id="15" creationId="{8EA370A2-2DB9-4332-95AB-DF37822B1695}"/>
          </ac:spMkLst>
        </pc:spChg>
      </pc:sldChg>
      <pc:sldMasterChg chg="modSldLayout">
        <pc:chgData name="Andrés Quintero Zea" userId="1afbaccb-d00b-410b-811e-c547a3cc0df7" providerId="ADAL" clId="{BE668BD3-78D2-4682-9C45-970F2C19D1FB}" dt="2025-04-30T16:49:17.662" v="83"/>
        <pc:sldMasterMkLst>
          <pc:docMk/>
          <pc:sldMasterMk cId="4224184630" sldId="2147483696"/>
        </pc:sldMasterMkLst>
        <pc:sldLayoutChg chg="addSp delSp modSp">
          <pc:chgData name="Andrés Quintero Zea" userId="1afbaccb-d00b-410b-811e-c547a3cc0df7" providerId="ADAL" clId="{BE668BD3-78D2-4682-9C45-970F2C19D1FB}" dt="2025-04-30T16:48:20.036" v="68" actId="1076"/>
          <pc:sldLayoutMkLst>
            <pc:docMk/>
            <pc:sldMasterMk cId="4224184630" sldId="2147483696"/>
            <pc:sldLayoutMk cId="1299354257" sldId="2147483709"/>
          </pc:sldLayoutMkLst>
          <pc:spChg chg="add del">
            <ac:chgData name="Andrés Quintero Zea" userId="1afbaccb-d00b-410b-811e-c547a3cc0df7" providerId="ADAL" clId="{BE668BD3-78D2-4682-9C45-970F2C19D1FB}" dt="2025-04-30T16:40:57.862" v="11" actId="11529"/>
            <ac:spMkLst>
              <pc:docMk/>
              <pc:sldMasterMk cId="4224184630" sldId="2147483696"/>
              <pc:sldLayoutMk cId="1299354257" sldId="2147483709"/>
              <ac:spMk id="9" creationId="{360998BF-C4D5-4506-BD1D-E6C83779528C}"/>
            </ac:spMkLst>
          </pc:spChg>
          <pc:spChg chg="add mod">
            <ac:chgData name="Andrés Quintero Zea" userId="1afbaccb-d00b-410b-811e-c547a3cc0df7" providerId="ADAL" clId="{BE668BD3-78D2-4682-9C45-970F2C19D1FB}" dt="2025-04-30T16:48:16.780" v="67" actId="12789"/>
            <ac:spMkLst>
              <pc:docMk/>
              <pc:sldMasterMk cId="4224184630" sldId="2147483696"/>
              <pc:sldLayoutMk cId="1299354257" sldId="2147483709"/>
              <ac:spMk id="11" creationId="{32933A1E-13B6-4454-A505-EA37F329F675}"/>
            </ac:spMkLst>
          </pc:spChg>
          <pc:spChg chg="mod">
            <ac:chgData name="Andrés Quintero Zea" userId="1afbaccb-d00b-410b-811e-c547a3cc0df7" providerId="ADAL" clId="{BE668BD3-78D2-4682-9C45-970F2C19D1FB}" dt="2025-04-30T16:47:40.239" v="63" actId="1076"/>
            <ac:spMkLst>
              <pc:docMk/>
              <pc:sldMasterMk cId="4224184630" sldId="2147483696"/>
              <pc:sldLayoutMk cId="1299354257" sldId="2147483709"/>
              <ac:spMk id="26" creationId="{2E5E4B36-7297-45B8-AD43-19F340938768}"/>
            </ac:spMkLst>
          </pc:spChg>
          <pc:picChg chg="add mod">
            <ac:chgData name="Andrés Quintero Zea" userId="1afbaccb-d00b-410b-811e-c547a3cc0df7" providerId="ADAL" clId="{BE668BD3-78D2-4682-9C45-970F2C19D1FB}" dt="2025-04-30T16:48:16.780" v="67" actId="12789"/>
            <ac:picMkLst>
              <pc:docMk/>
              <pc:sldMasterMk cId="4224184630" sldId="2147483696"/>
              <pc:sldLayoutMk cId="1299354257" sldId="2147483709"/>
              <ac:picMk id="4" creationId="{777FBC1B-20F6-4F51-9949-F2CD631EF963}"/>
            </ac:picMkLst>
          </pc:picChg>
          <pc:picChg chg="add mod modCrop">
            <ac:chgData name="Andrés Quintero Zea" userId="1afbaccb-d00b-410b-811e-c547a3cc0df7" providerId="ADAL" clId="{BE668BD3-78D2-4682-9C45-970F2C19D1FB}" dt="2025-04-30T16:48:20.036" v="68" actId="1076"/>
            <ac:picMkLst>
              <pc:docMk/>
              <pc:sldMasterMk cId="4224184630" sldId="2147483696"/>
              <pc:sldLayoutMk cId="1299354257" sldId="2147483709"/>
              <ac:picMk id="8" creationId="{DBE40228-DA18-4A2E-9D13-6C5434650EA8}"/>
            </ac:picMkLst>
          </pc:picChg>
          <pc:picChg chg="del">
            <ac:chgData name="Andrés Quintero Zea" userId="1afbaccb-d00b-410b-811e-c547a3cc0df7" providerId="ADAL" clId="{BE668BD3-78D2-4682-9C45-970F2C19D1FB}" dt="2025-04-30T16:38:54.058" v="0" actId="478"/>
            <ac:picMkLst>
              <pc:docMk/>
              <pc:sldMasterMk cId="4224184630" sldId="2147483696"/>
              <pc:sldLayoutMk cId="1299354257" sldId="2147483709"/>
              <ac:picMk id="25" creationId="{A4FC9926-39B3-442B-AAF6-9E1F83C26724}"/>
            </ac:picMkLst>
          </pc:picChg>
        </pc:sldLayoutChg>
        <pc:sldLayoutChg chg="addSp delSp">
          <pc:chgData name="Andrés Quintero Zea" userId="1afbaccb-d00b-410b-811e-c547a3cc0df7" providerId="ADAL" clId="{BE668BD3-78D2-4682-9C45-970F2C19D1FB}" dt="2025-04-30T16:48:34.310" v="72"/>
          <pc:sldLayoutMkLst>
            <pc:docMk/>
            <pc:sldMasterMk cId="4224184630" sldId="2147483696"/>
            <pc:sldLayoutMk cId="734863782" sldId="2147483710"/>
          </pc:sldLayoutMkLst>
          <pc:spChg chg="add del">
            <ac:chgData name="Andrés Quintero Zea" userId="1afbaccb-d00b-410b-811e-c547a3cc0df7" providerId="ADAL" clId="{BE668BD3-78D2-4682-9C45-970F2C19D1FB}" dt="2025-04-30T16:48:32.393" v="69" actId="478"/>
            <ac:spMkLst>
              <pc:docMk/>
              <pc:sldMasterMk cId="4224184630" sldId="2147483696"/>
              <pc:sldLayoutMk cId="734863782" sldId="2147483710"/>
              <ac:spMk id="33" creationId="{11E85951-F9CF-40DA-B28B-E356486ACA8C}"/>
            </ac:spMkLst>
          </pc:spChg>
          <pc:spChg chg="add">
            <ac:chgData name="Andrés Quintero Zea" userId="1afbaccb-d00b-410b-811e-c547a3cc0df7" providerId="ADAL" clId="{BE668BD3-78D2-4682-9C45-970F2C19D1FB}" dt="2025-04-30T16:48:34.310" v="72"/>
            <ac:spMkLst>
              <pc:docMk/>
              <pc:sldMasterMk cId="4224184630" sldId="2147483696"/>
              <pc:sldLayoutMk cId="734863782" sldId="2147483710"/>
              <ac:spMk id="36" creationId="{52A6A638-21B8-42A4-A8BE-E1F4A338D75C}"/>
            </ac:spMkLst>
          </pc:spChg>
          <pc:picChg chg="add del">
            <ac:chgData name="Andrés Quintero Zea" userId="1afbaccb-d00b-410b-811e-c547a3cc0df7" providerId="ADAL" clId="{BE668BD3-78D2-4682-9C45-970F2C19D1FB}" dt="2025-04-30T16:48:32.827" v="70" actId="478"/>
            <ac:picMkLst>
              <pc:docMk/>
              <pc:sldMasterMk cId="4224184630" sldId="2147483696"/>
              <pc:sldLayoutMk cId="734863782" sldId="2147483710"/>
              <ac:picMk id="22" creationId="{6B5E99A1-8F4E-4268-A66F-555EDF6EB5B3}"/>
            </ac:picMkLst>
          </pc:picChg>
          <pc:picChg chg="del">
            <ac:chgData name="Andrés Quintero Zea" userId="1afbaccb-d00b-410b-811e-c547a3cc0df7" providerId="ADAL" clId="{BE668BD3-78D2-4682-9C45-970F2C19D1FB}" dt="2025-04-30T16:42:47.491" v="38" actId="478"/>
            <ac:picMkLst>
              <pc:docMk/>
              <pc:sldMasterMk cId="4224184630" sldId="2147483696"/>
              <pc:sldLayoutMk cId="734863782" sldId="2147483710"/>
              <ac:picMk id="25" creationId="{5699513B-980D-4FCC-9097-A4AA3607B6B2}"/>
            </ac:picMkLst>
          </pc:picChg>
          <pc:picChg chg="add del">
            <ac:chgData name="Andrés Quintero Zea" userId="1afbaccb-d00b-410b-811e-c547a3cc0df7" providerId="ADAL" clId="{BE668BD3-78D2-4682-9C45-970F2C19D1FB}" dt="2025-04-30T16:48:33.284" v="71" actId="478"/>
            <ac:picMkLst>
              <pc:docMk/>
              <pc:sldMasterMk cId="4224184630" sldId="2147483696"/>
              <pc:sldLayoutMk cId="734863782" sldId="2147483710"/>
              <ac:picMk id="28" creationId="{71450461-A571-48DC-B3B9-F9548722310C}"/>
            </ac:picMkLst>
          </pc:picChg>
          <pc:picChg chg="add">
            <ac:chgData name="Andrés Quintero Zea" userId="1afbaccb-d00b-410b-811e-c547a3cc0df7" providerId="ADAL" clId="{BE668BD3-78D2-4682-9C45-970F2C19D1FB}" dt="2025-04-30T16:48:34.310" v="72"/>
            <ac:picMkLst>
              <pc:docMk/>
              <pc:sldMasterMk cId="4224184630" sldId="2147483696"/>
              <pc:sldLayoutMk cId="734863782" sldId="2147483710"/>
              <ac:picMk id="34" creationId="{65AE3352-C7FA-454C-B8F9-5491098BA801}"/>
            </ac:picMkLst>
          </pc:picChg>
          <pc:picChg chg="add">
            <ac:chgData name="Andrés Quintero Zea" userId="1afbaccb-d00b-410b-811e-c547a3cc0df7" providerId="ADAL" clId="{BE668BD3-78D2-4682-9C45-970F2C19D1FB}" dt="2025-04-30T16:48:34.310" v="72"/>
            <ac:picMkLst>
              <pc:docMk/>
              <pc:sldMasterMk cId="4224184630" sldId="2147483696"/>
              <pc:sldLayoutMk cId="734863782" sldId="2147483710"/>
              <ac:picMk id="35" creationId="{9681CDD4-CE98-4B29-B48E-51CC552D12F8}"/>
            </ac:picMkLst>
          </pc:picChg>
        </pc:sldLayoutChg>
        <pc:sldLayoutChg chg="addSp delSp modSp">
          <pc:chgData name="Andrés Quintero Zea" userId="1afbaccb-d00b-410b-811e-c547a3cc0df7" providerId="ADAL" clId="{BE668BD3-78D2-4682-9C45-970F2C19D1FB}" dt="2025-04-30T16:49:12.637" v="82" actId="1076"/>
          <pc:sldLayoutMkLst>
            <pc:docMk/>
            <pc:sldMasterMk cId="4224184630" sldId="2147483696"/>
            <pc:sldLayoutMk cId="2313115766" sldId="2147483711"/>
          </pc:sldLayoutMkLst>
          <pc:spChg chg="del">
            <ac:chgData name="Andrés Quintero Zea" userId="1afbaccb-d00b-410b-811e-c547a3cc0df7" providerId="ADAL" clId="{BE668BD3-78D2-4682-9C45-970F2C19D1FB}" dt="2025-04-30T16:48:57.016" v="76" actId="478"/>
            <ac:spMkLst>
              <pc:docMk/>
              <pc:sldMasterMk cId="4224184630" sldId="2147483696"/>
              <pc:sldLayoutMk cId="2313115766" sldId="2147483711"/>
              <ac:spMk id="11" creationId="{32933A1E-13B6-4454-A505-EA37F329F675}"/>
            </ac:spMkLst>
          </pc:spChg>
          <pc:spChg chg="add">
            <ac:chgData name="Andrés Quintero Zea" userId="1afbaccb-d00b-410b-811e-c547a3cc0df7" providerId="ADAL" clId="{BE668BD3-78D2-4682-9C45-970F2C19D1FB}" dt="2025-04-30T16:49:07.842" v="81"/>
            <ac:spMkLst>
              <pc:docMk/>
              <pc:sldMasterMk cId="4224184630" sldId="2147483696"/>
              <pc:sldLayoutMk cId="2313115766" sldId="2147483711"/>
              <ac:spMk id="28" creationId="{ACC9274B-E5A5-482F-A2AF-4F76692FB03F}"/>
            </ac:spMkLst>
          </pc:spChg>
          <pc:picChg chg="del">
            <ac:chgData name="Andrés Quintero Zea" userId="1afbaccb-d00b-410b-811e-c547a3cc0df7" providerId="ADAL" clId="{BE668BD3-78D2-4682-9C45-970F2C19D1FB}" dt="2025-04-30T16:48:55.613" v="75" actId="478"/>
            <ac:picMkLst>
              <pc:docMk/>
              <pc:sldMasterMk cId="4224184630" sldId="2147483696"/>
              <pc:sldLayoutMk cId="2313115766" sldId="2147483711"/>
              <ac:picMk id="4" creationId="{777FBC1B-20F6-4F51-9949-F2CD631EF963}"/>
            </ac:picMkLst>
          </pc:picChg>
          <pc:picChg chg="mod">
            <ac:chgData name="Andrés Quintero Zea" userId="1afbaccb-d00b-410b-811e-c547a3cc0df7" providerId="ADAL" clId="{BE668BD3-78D2-4682-9C45-970F2C19D1FB}" dt="2025-04-30T16:49:12.637" v="82" actId="1076"/>
            <ac:picMkLst>
              <pc:docMk/>
              <pc:sldMasterMk cId="4224184630" sldId="2147483696"/>
              <pc:sldLayoutMk cId="2313115766" sldId="2147483711"/>
              <ac:picMk id="8" creationId="{DBE40228-DA18-4A2E-9D13-6C5434650EA8}"/>
            </ac:picMkLst>
          </pc:picChg>
          <pc:picChg chg="add">
            <ac:chgData name="Andrés Quintero Zea" userId="1afbaccb-d00b-410b-811e-c547a3cc0df7" providerId="ADAL" clId="{BE668BD3-78D2-4682-9C45-970F2C19D1FB}" dt="2025-04-30T16:49:07.842" v="81"/>
            <ac:picMkLst>
              <pc:docMk/>
              <pc:sldMasterMk cId="4224184630" sldId="2147483696"/>
              <pc:sldLayoutMk cId="2313115766" sldId="2147483711"/>
              <ac:picMk id="25" creationId="{A611048C-DDFE-4308-9F7C-60331412CCE6}"/>
            </ac:picMkLst>
          </pc:picChg>
        </pc:sldLayoutChg>
        <pc:sldLayoutChg chg="addSp delSp modSp">
          <pc:chgData name="Andrés Quintero Zea" userId="1afbaccb-d00b-410b-811e-c547a3cc0df7" providerId="ADAL" clId="{BE668BD3-78D2-4682-9C45-970F2C19D1FB}" dt="2025-04-30T16:49:17.662" v="83"/>
          <pc:sldLayoutMkLst>
            <pc:docMk/>
            <pc:sldMasterMk cId="4224184630" sldId="2147483696"/>
            <pc:sldLayoutMk cId="1091815405" sldId="2147483712"/>
          </pc:sldLayoutMkLst>
          <pc:spChg chg="del">
            <ac:chgData name="Andrés Quintero Zea" userId="1afbaccb-d00b-410b-811e-c547a3cc0df7" providerId="ADAL" clId="{BE668BD3-78D2-4682-9C45-970F2C19D1FB}" dt="2025-04-30T16:49:00.198" v="78" actId="478"/>
            <ac:spMkLst>
              <pc:docMk/>
              <pc:sldMasterMk cId="4224184630" sldId="2147483696"/>
              <pc:sldLayoutMk cId="1091815405" sldId="2147483712"/>
              <ac:spMk id="33" creationId="{11E85951-F9CF-40DA-B28B-E356486ACA8C}"/>
            </ac:spMkLst>
          </pc:spChg>
          <pc:spChg chg="add">
            <ac:chgData name="Andrés Quintero Zea" userId="1afbaccb-d00b-410b-811e-c547a3cc0df7" providerId="ADAL" clId="{BE668BD3-78D2-4682-9C45-970F2C19D1FB}" dt="2025-04-30T16:49:17.662" v="83"/>
            <ac:spMkLst>
              <pc:docMk/>
              <pc:sldMasterMk cId="4224184630" sldId="2147483696"/>
              <pc:sldLayoutMk cId="1091815405" sldId="2147483712"/>
              <ac:spMk id="36" creationId="{1F3BCF0B-6737-4D6D-A7E4-72AA772FBCE2}"/>
            </ac:spMkLst>
          </pc:spChg>
          <pc:picChg chg="del">
            <ac:chgData name="Andrés Quintero Zea" userId="1afbaccb-d00b-410b-811e-c547a3cc0df7" providerId="ADAL" clId="{BE668BD3-78D2-4682-9C45-970F2C19D1FB}" dt="2025-04-30T16:48:58.958" v="77" actId="478"/>
            <ac:picMkLst>
              <pc:docMk/>
              <pc:sldMasterMk cId="4224184630" sldId="2147483696"/>
              <pc:sldLayoutMk cId="1091815405" sldId="2147483712"/>
              <ac:picMk id="22" creationId="{6B5E99A1-8F4E-4268-A66F-555EDF6EB5B3}"/>
            </ac:picMkLst>
          </pc:picChg>
          <pc:picChg chg="add del mod">
            <ac:chgData name="Andrés Quintero Zea" userId="1afbaccb-d00b-410b-811e-c547a3cc0df7" providerId="ADAL" clId="{BE668BD3-78D2-4682-9C45-970F2C19D1FB}" dt="2025-04-30T16:49:01.187" v="80" actId="478"/>
            <ac:picMkLst>
              <pc:docMk/>
              <pc:sldMasterMk cId="4224184630" sldId="2147483696"/>
              <pc:sldLayoutMk cId="1091815405" sldId="2147483712"/>
              <ac:picMk id="25" creationId="{77EDDA29-CD58-480D-83F2-D433BCE9D052}"/>
            </ac:picMkLst>
          </pc:picChg>
          <pc:picChg chg="del">
            <ac:chgData name="Andrés Quintero Zea" userId="1afbaccb-d00b-410b-811e-c547a3cc0df7" providerId="ADAL" clId="{BE668BD3-78D2-4682-9C45-970F2C19D1FB}" dt="2025-04-30T16:44:03.084" v="47" actId="478"/>
            <ac:picMkLst>
              <pc:docMk/>
              <pc:sldMasterMk cId="4224184630" sldId="2147483696"/>
              <pc:sldLayoutMk cId="1091815405" sldId="2147483712"/>
              <ac:picMk id="28" creationId="{71450461-A571-48DC-B3B9-F9548722310C}"/>
            </ac:picMkLst>
          </pc:picChg>
          <pc:picChg chg="add">
            <ac:chgData name="Andrés Quintero Zea" userId="1afbaccb-d00b-410b-811e-c547a3cc0df7" providerId="ADAL" clId="{BE668BD3-78D2-4682-9C45-970F2C19D1FB}" dt="2025-04-30T16:49:17.662" v="83"/>
            <ac:picMkLst>
              <pc:docMk/>
              <pc:sldMasterMk cId="4224184630" sldId="2147483696"/>
              <pc:sldLayoutMk cId="1091815405" sldId="2147483712"/>
              <ac:picMk id="34" creationId="{9197A3E5-60C2-4866-8C95-BDE35E7FB344}"/>
            </ac:picMkLst>
          </pc:picChg>
          <pc:picChg chg="add">
            <ac:chgData name="Andrés Quintero Zea" userId="1afbaccb-d00b-410b-811e-c547a3cc0df7" providerId="ADAL" clId="{BE668BD3-78D2-4682-9C45-970F2C19D1FB}" dt="2025-04-30T16:49:17.662" v="83"/>
            <ac:picMkLst>
              <pc:docMk/>
              <pc:sldMasterMk cId="4224184630" sldId="2147483696"/>
              <pc:sldLayoutMk cId="1091815405" sldId="2147483712"/>
              <ac:picMk id="35" creationId="{6B12A5F3-9FEA-4D86-A296-27A3B2EC6DDD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809C90A-E1B7-4710-A125-AC04A5AC1A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94AC72-155B-4C2F-A587-384CAC6744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3BC58-FB6C-4359-9F12-55230A5C4647}" type="datetimeFigureOut">
              <a:rPr lang="es-CO" smtClean="0"/>
              <a:t>30/04/2025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FE86EA-4F6E-4258-828D-4B7506294A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D9EA92-4B8B-440E-8ED2-BC6ECF1312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CABA1-FA33-481D-B1E5-31C5A868B81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6896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f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f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0549E5-3211-4DB6-B2BE-9F0DB6CA67E9}"/>
              </a:ext>
            </a:extLst>
          </p:cNvPr>
          <p:cNvSpPr/>
          <p:nvPr userDrawn="1"/>
        </p:nvSpPr>
        <p:spPr>
          <a:xfrm>
            <a:off x="0" y="0"/>
            <a:ext cx="900000" cy="36000000"/>
          </a:xfrm>
          <a:prstGeom prst="rect">
            <a:avLst/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A2581E8C-F9FA-4D35-9F8B-E7EF060CF2A2}"/>
              </a:ext>
            </a:extLst>
          </p:cNvPr>
          <p:cNvSpPr/>
          <p:nvPr userDrawn="1"/>
        </p:nvSpPr>
        <p:spPr>
          <a:xfrm>
            <a:off x="0" y="0"/>
            <a:ext cx="23400000" cy="5400000"/>
          </a:xfrm>
          <a:prstGeom prst="round2DiagRect">
            <a:avLst/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ounded Rectangle 74">
            <a:extLst>
              <a:ext uri="{FF2B5EF4-FFF2-40B4-BE49-F238E27FC236}">
                <a16:creationId xmlns:a16="http://schemas.microsoft.com/office/drawing/2014/main" id="{2223474B-528F-4EA8-BC58-BA8C3C827BF8}"/>
              </a:ext>
            </a:extLst>
          </p:cNvPr>
          <p:cNvSpPr/>
          <p:nvPr userDrawn="1"/>
        </p:nvSpPr>
        <p:spPr>
          <a:xfrm>
            <a:off x="2700000" y="12600000"/>
            <a:ext cx="20700000" cy="7200000"/>
          </a:xfrm>
          <a:prstGeom prst="roundRect">
            <a:avLst>
              <a:gd name="adj" fmla="val 15330"/>
            </a:avLst>
          </a:prstGeom>
          <a:solidFill>
            <a:srgbClr val="004751">
              <a:alpha val="50196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F91D6DA-2E97-4F1B-9726-15D94A1FC3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0000" y="12600000"/>
            <a:ext cx="20700000" cy="720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s-MX" dirty="0"/>
              <a:t>Esta es la conclusión principal de su investigación. Debería simplificarse a una o dos oraciones.</a:t>
            </a:r>
            <a:endParaRPr lang="es-CO" dirty="0"/>
          </a:p>
        </p:txBody>
      </p:sp>
      <p:sp>
        <p:nvSpPr>
          <p:cNvPr id="10" name="Rounded Rectangle 74">
            <a:extLst>
              <a:ext uri="{FF2B5EF4-FFF2-40B4-BE49-F238E27FC236}">
                <a16:creationId xmlns:a16="http://schemas.microsoft.com/office/drawing/2014/main" id="{B8F89966-50CA-470E-9C4E-378C8D35B867}"/>
              </a:ext>
            </a:extLst>
          </p:cNvPr>
          <p:cNvSpPr/>
          <p:nvPr userDrawn="1"/>
        </p:nvSpPr>
        <p:spPr>
          <a:xfrm>
            <a:off x="2700000" y="6360225"/>
            <a:ext cx="20700000" cy="5400000"/>
          </a:xfrm>
          <a:prstGeom prst="roundRect">
            <a:avLst>
              <a:gd name="adj" fmla="val 10228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F136E91-5825-48A0-9365-6B7F6A06F452}"/>
              </a:ext>
            </a:extLst>
          </p:cNvPr>
          <p:cNvSpPr/>
          <p:nvPr userDrawn="1"/>
        </p:nvSpPr>
        <p:spPr>
          <a:xfrm>
            <a:off x="2700000" y="6360225"/>
            <a:ext cx="207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7E6BEB-E96B-4110-ABB9-931401F9C2C1}"/>
              </a:ext>
            </a:extLst>
          </p:cNvPr>
          <p:cNvSpPr txBox="1"/>
          <p:nvPr userDrawn="1"/>
        </p:nvSpPr>
        <p:spPr>
          <a:xfrm>
            <a:off x="2700000" y="6300000"/>
            <a:ext cx="207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Resumen</a:t>
            </a:r>
          </a:p>
        </p:txBody>
      </p:sp>
      <p:sp>
        <p:nvSpPr>
          <p:cNvPr id="23" name="Rounded Rectangle 74">
            <a:extLst>
              <a:ext uri="{FF2B5EF4-FFF2-40B4-BE49-F238E27FC236}">
                <a16:creationId xmlns:a16="http://schemas.microsoft.com/office/drawing/2014/main" id="{16A9A0F8-D2B0-4946-8283-AA54ADD731A1}"/>
              </a:ext>
            </a:extLst>
          </p:cNvPr>
          <p:cNvSpPr/>
          <p:nvPr userDrawn="1"/>
        </p:nvSpPr>
        <p:spPr>
          <a:xfrm>
            <a:off x="13500000" y="20700000"/>
            <a:ext cx="9900000" cy="10800000"/>
          </a:xfrm>
          <a:prstGeom prst="roundRect">
            <a:avLst>
              <a:gd name="adj" fmla="val 5444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5EB3B93-343F-4456-9A5C-FA8B720DF84F}"/>
              </a:ext>
            </a:extLst>
          </p:cNvPr>
          <p:cNvSpPr/>
          <p:nvPr userDrawn="1"/>
        </p:nvSpPr>
        <p:spPr>
          <a:xfrm>
            <a:off x="13500000" y="20700000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62403AA-BFDF-497C-9490-6BAF4AB1145F}"/>
              </a:ext>
            </a:extLst>
          </p:cNvPr>
          <p:cNvSpPr txBox="1"/>
          <p:nvPr userDrawn="1"/>
        </p:nvSpPr>
        <p:spPr>
          <a:xfrm>
            <a:off x="13500000" y="20700000"/>
            <a:ext cx="9900000" cy="10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Resultados</a:t>
            </a:r>
          </a:p>
        </p:txBody>
      </p:sp>
      <p:sp>
        <p:nvSpPr>
          <p:cNvPr id="30" name="Rounded Rectangle 74">
            <a:extLst>
              <a:ext uri="{FF2B5EF4-FFF2-40B4-BE49-F238E27FC236}">
                <a16:creationId xmlns:a16="http://schemas.microsoft.com/office/drawing/2014/main" id="{7F8AD3F0-1CD2-4369-80FE-E771346FF677}"/>
              </a:ext>
            </a:extLst>
          </p:cNvPr>
          <p:cNvSpPr/>
          <p:nvPr userDrawn="1"/>
        </p:nvSpPr>
        <p:spPr>
          <a:xfrm>
            <a:off x="2700000" y="20700000"/>
            <a:ext cx="9900000" cy="10800000"/>
          </a:xfrm>
          <a:prstGeom prst="roundRect">
            <a:avLst>
              <a:gd name="adj" fmla="val 5994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EF286F2-5250-4468-991A-1A817F553C59}"/>
              </a:ext>
            </a:extLst>
          </p:cNvPr>
          <p:cNvSpPr/>
          <p:nvPr userDrawn="1"/>
        </p:nvSpPr>
        <p:spPr>
          <a:xfrm>
            <a:off x="2700000" y="20700000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29DEE6-3577-4DAD-8235-CEDCF8FEED72}"/>
              </a:ext>
            </a:extLst>
          </p:cNvPr>
          <p:cNvSpPr txBox="1"/>
          <p:nvPr userDrawn="1"/>
        </p:nvSpPr>
        <p:spPr>
          <a:xfrm>
            <a:off x="2700000" y="20700000"/>
            <a:ext cx="99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Metodología</a:t>
            </a:r>
          </a:p>
        </p:txBody>
      </p:sp>
      <p:sp>
        <p:nvSpPr>
          <p:cNvPr id="20" name="Título 10">
            <a:extLst>
              <a:ext uri="{FF2B5EF4-FFF2-40B4-BE49-F238E27FC236}">
                <a16:creationId xmlns:a16="http://schemas.microsoft.com/office/drawing/2014/main" id="{9AAECDF6-AC18-44E5-A178-B9CA4A48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0" y="0"/>
            <a:ext cx="21600000" cy="4140000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21" name="Marcador de texto 34">
            <a:extLst>
              <a:ext uri="{FF2B5EF4-FFF2-40B4-BE49-F238E27FC236}">
                <a16:creationId xmlns:a16="http://schemas.microsoft.com/office/drawing/2014/main" id="{2E5848E5-9D97-4C48-9CE6-AC1F286C23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3" y="4371064"/>
            <a:ext cx="20183495" cy="72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s-MX" dirty="0"/>
              <a:t>Nombres de los autores.</a:t>
            </a:r>
            <a:endParaRPr lang="es-CO" dirty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0A65A6A6-CDEA-4AB2-BDC3-5A9A6114AD9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00338" y="7416000"/>
            <a:ext cx="20699412" cy="4344225"/>
          </a:xfrm>
          <a:ln>
            <a:solidFill>
              <a:srgbClr val="6CBAC7"/>
            </a:solidFill>
          </a:ln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2E5E4B36-7297-45B8-AD43-19F3409387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733130" y="21899899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7DF655BB-5B3A-4D4D-91D3-2C3A54900A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533117" y="21771225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7FBC1B-20F6-4F51-9949-F2CD631EF9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819" y="31894146"/>
            <a:ext cx="5572325" cy="360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BE40228-DA18-4A2E-9D13-6C5434650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8" t="7650" r="7687" b="7628"/>
          <a:stretch/>
        </p:blipFill>
        <p:spPr>
          <a:xfrm>
            <a:off x="2733130" y="31894146"/>
            <a:ext cx="3602175" cy="3600000"/>
          </a:xfrm>
          <a:prstGeom prst="rect">
            <a:avLst/>
          </a:prstGeom>
        </p:spPr>
      </p:pic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32933A1E-13B6-4454-A505-EA37F329F67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9799750" y="31894146"/>
            <a:ext cx="3600000" cy="360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s-CO" dirty="0"/>
              <a:t>Código QR</a:t>
            </a:r>
          </a:p>
        </p:txBody>
      </p:sp>
    </p:spTree>
    <p:extLst>
      <p:ext uri="{BB962C8B-B14F-4D97-AF65-F5344CB8AC3E}">
        <p14:creationId xmlns:p14="http://schemas.microsoft.com/office/powerpoint/2010/main" val="129935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C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0549E5-3211-4DB6-B2BE-9F0DB6CA67E9}"/>
              </a:ext>
            </a:extLst>
          </p:cNvPr>
          <p:cNvSpPr/>
          <p:nvPr userDrawn="1"/>
        </p:nvSpPr>
        <p:spPr>
          <a:xfrm>
            <a:off x="0" y="0"/>
            <a:ext cx="900000" cy="36000000"/>
          </a:xfrm>
          <a:prstGeom prst="rect">
            <a:avLst/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A2581E8C-F9FA-4D35-9F8B-E7EF060CF2A2}"/>
              </a:ext>
            </a:extLst>
          </p:cNvPr>
          <p:cNvSpPr/>
          <p:nvPr userDrawn="1"/>
        </p:nvSpPr>
        <p:spPr>
          <a:xfrm>
            <a:off x="0" y="0"/>
            <a:ext cx="23400000" cy="5400000"/>
          </a:xfrm>
          <a:prstGeom prst="round2DiagRect">
            <a:avLst/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ounded Rectangle 74">
            <a:extLst>
              <a:ext uri="{FF2B5EF4-FFF2-40B4-BE49-F238E27FC236}">
                <a16:creationId xmlns:a16="http://schemas.microsoft.com/office/drawing/2014/main" id="{2223474B-528F-4EA8-BC58-BA8C3C827BF8}"/>
              </a:ext>
            </a:extLst>
          </p:cNvPr>
          <p:cNvSpPr/>
          <p:nvPr userDrawn="1"/>
        </p:nvSpPr>
        <p:spPr>
          <a:xfrm>
            <a:off x="2700000" y="12600000"/>
            <a:ext cx="20700000" cy="7200000"/>
          </a:xfrm>
          <a:prstGeom prst="roundRect">
            <a:avLst>
              <a:gd name="adj" fmla="val 15330"/>
            </a:avLst>
          </a:prstGeom>
          <a:solidFill>
            <a:srgbClr val="6CBAC7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F91D6DA-2E97-4F1B-9726-15D94A1FC3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0000" y="12600000"/>
            <a:ext cx="20700000" cy="720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s-MX" dirty="0"/>
              <a:t>Esta es la conclusión principal de su investigación. Debería simplificarse a una o dos oraciones.</a:t>
            </a:r>
            <a:endParaRPr lang="es-CO" dirty="0"/>
          </a:p>
        </p:txBody>
      </p:sp>
      <p:sp>
        <p:nvSpPr>
          <p:cNvPr id="10" name="Rounded Rectangle 74">
            <a:extLst>
              <a:ext uri="{FF2B5EF4-FFF2-40B4-BE49-F238E27FC236}">
                <a16:creationId xmlns:a16="http://schemas.microsoft.com/office/drawing/2014/main" id="{B8F89966-50CA-470E-9C4E-378C8D35B867}"/>
              </a:ext>
            </a:extLst>
          </p:cNvPr>
          <p:cNvSpPr/>
          <p:nvPr userDrawn="1"/>
        </p:nvSpPr>
        <p:spPr>
          <a:xfrm>
            <a:off x="2700000" y="6360225"/>
            <a:ext cx="20700000" cy="5400000"/>
          </a:xfrm>
          <a:prstGeom prst="roundRect">
            <a:avLst>
              <a:gd name="adj" fmla="val 10228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F136E91-5825-48A0-9365-6B7F6A06F452}"/>
              </a:ext>
            </a:extLst>
          </p:cNvPr>
          <p:cNvSpPr/>
          <p:nvPr userDrawn="1"/>
        </p:nvSpPr>
        <p:spPr>
          <a:xfrm>
            <a:off x="2699750" y="6359318"/>
            <a:ext cx="207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7E6BEB-E96B-4110-ABB9-931401F9C2C1}"/>
              </a:ext>
            </a:extLst>
          </p:cNvPr>
          <p:cNvSpPr txBox="1"/>
          <p:nvPr userDrawn="1"/>
        </p:nvSpPr>
        <p:spPr>
          <a:xfrm>
            <a:off x="2699750" y="6314543"/>
            <a:ext cx="207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Resumen</a:t>
            </a:r>
          </a:p>
        </p:txBody>
      </p:sp>
      <p:sp>
        <p:nvSpPr>
          <p:cNvPr id="23" name="Rounded Rectangle 74">
            <a:extLst>
              <a:ext uri="{FF2B5EF4-FFF2-40B4-BE49-F238E27FC236}">
                <a16:creationId xmlns:a16="http://schemas.microsoft.com/office/drawing/2014/main" id="{16A9A0F8-D2B0-4946-8283-AA54ADD731A1}"/>
              </a:ext>
            </a:extLst>
          </p:cNvPr>
          <p:cNvSpPr/>
          <p:nvPr userDrawn="1"/>
        </p:nvSpPr>
        <p:spPr>
          <a:xfrm>
            <a:off x="13500000" y="20686006"/>
            <a:ext cx="9900000" cy="10800000"/>
          </a:xfrm>
          <a:prstGeom prst="roundRect">
            <a:avLst>
              <a:gd name="adj" fmla="val 5496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5EB3B93-343F-4456-9A5C-FA8B720DF84F}"/>
              </a:ext>
            </a:extLst>
          </p:cNvPr>
          <p:cNvSpPr/>
          <p:nvPr userDrawn="1"/>
        </p:nvSpPr>
        <p:spPr>
          <a:xfrm>
            <a:off x="13520362" y="20686006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62403AA-BFDF-497C-9490-6BAF4AB1145F}"/>
              </a:ext>
            </a:extLst>
          </p:cNvPr>
          <p:cNvSpPr txBox="1"/>
          <p:nvPr userDrawn="1"/>
        </p:nvSpPr>
        <p:spPr>
          <a:xfrm>
            <a:off x="13520362" y="20686006"/>
            <a:ext cx="99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Resultados</a:t>
            </a:r>
          </a:p>
        </p:txBody>
      </p:sp>
      <p:sp>
        <p:nvSpPr>
          <p:cNvPr id="30" name="Rounded Rectangle 74">
            <a:extLst>
              <a:ext uri="{FF2B5EF4-FFF2-40B4-BE49-F238E27FC236}">
                <a16:creationId xmlns:a16="http://schemas.microsoft.com/office/drawing/2014/main" id="{7F8AD3F0-1CD2-4369-80FE-E771346FF677}"/>
              </a:ext>
            </a:extLst>
          </p:cNvPr>
          <p:cNvSpPr/>
          <p:nvPr userDrawn="1"/>
        </p:nvSpPr>
        <p:spPr>
          <a:xfrm>
            <a:off x="2700000" y="20744775"/>
            <a:ext cx="9900000" cy="10800000"/>
          </a:xfrm>
          <a:prstGeom prst="roundRect">
            <a:avLst>
              <a:gd name="adj" fmla="val 5342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EF286F2-5250-4468-991A-1A817F553C59}"/>
              </a:ext>
            </a:extLst>
          </p:cNvPr>
          <p:cNvSpPr/>
          <p:nvPr userDrawn="1"/>
        </p:nvSpPr>
        <p:spPr>
          <a:xfrm>
            <a:off x="2693650" y="20744775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29DEE6-3577-4DAD-8235-CEDCF8FEED72}"/>
              </a:ext>
            </a:extLst>
          </p:cNvPr>
          <p:cNvSpPr txBox="1"/>
          <p:nvPr userDrawn="1"/>
        </p:nvSpPr>
        <p:spPr>
          <a:xfrm>
            <a:off x="2693650" y="20744775"/>
            <a:ext cx="99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Metodología</a:t>
            </a:r>
          </a:p>
        </p:txBody>
      </p:sp>
      <p:sp>
        <p:nvSpPr>
          <p:cNvPr id="20" name="Título 10">
            <a:extLst>
              <a:ext uri="{FF2B5EF4-FFF2-40B4-BE49-F238E27FC236}">
                <a16:creationId xmlns:a16="http://schemas.microsoft.com/office/drawing/2014/main" id="{C10A4DA9-52EA-4F9E-A2C7-DA98EEC6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0" y="0"/>
            <a:ext cx="21600000" cy="4140000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21" name="Marcador de texto 34">
            <a:extLst>
              <a:ext uri="{FF2B5EF4-FFF2-40B4-BE49-F238E27FC236}">
                <a16:creationId xmlns:a16="http://schemas.microsoft.com/office/drawing/2014/main" id="{3F2CF3C3-C673-44FB-A48F-0D3C5C3A6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3" y="4371064"/>
            <a:ext cx="20183495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s-MX" dirty="0"/>
              <a:t>Nombres de los autores.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07A42-AC42-487E-B341-F0EF881AEC0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00338" y="7416000"/>
            <a:ext cx="20699412" cy="4344225"/>
          </a:xfrm>
          <a:ln>
            <a:solidFill>
              <a:srgbClr val="6CBAC7"/>
            </a:solidFill>
          </a:ln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40E8D5E6-C330-4060-BCA3-7A89887896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99999" y="21816000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4EA7AE76-C024-4A64-A7BD-CADDF4B6671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533117" y="21771225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5AE3352-C7FA-454C-B8F9-5491098BA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819" y="31894146"/>
            <a:ext cx="5572325" cy="36000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681CDD4-CE98-4B29-B48E-51CC552D12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8" t="7650" r="7687" b="7628"/>
          <a:stretch/>
        </p:blipFill>
        <p:spPr>
          <a:xfrm>
            <a:off x="2733130" y="31894146"/>
            <a:ext cx="3602175" cy="3600000"/>
          </a:xfrm>
          <a:prstGeom prst="rect">
            <a:avLst/>
          </a:prstGeom>
        </p:spPr>
      </p:pic>
      <p:sp>
        <p:nvSpPr>
          <p:cNvPr id="36" name="Marcador de posición de imagen 10">
            <a:extLst>
              <a:ext uri="{FF2B5EF4-FFF2-40B4-BE49-F238E27FC236}">
                <a16:creationId xmlns:a16="http://schemas.microsoft.com/office/drawing/2014/main" id="{52A6A638-21B8-42A4-A8BE-E1F4A338D75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9799750" y="31894146"/>
            <a:ext cx="3600000" cy="360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s-CO" dirty="0"/>
              <a:t>Código QR</a:t>
            </a:r>
          </a:p>
        </p:txBody>
      </p:sp>
    </p:spTree>
    <p:extLst>
      <p:ext uri="{BB962C8B-B14F-4D97-AF65-F5344CB8AC3E}">
        <p14:creationId xmlns:p14="http://schemas.microsoft.com/office/powerpoint/2010/main" val="73486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tec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0549E5-3211-4DB6-B2BE-9F0DB6CA67E9}"/>
              </a:ext>
            </a:extLst>
          </p:cNvPr>
          <p:cNvSpPr/>
          <p:nvPr userDrawn="1"/>
        </p:nvSpPr>
        <p:spPr>
          <a:xfrm>
            <a:off x="0" y="0"/>
            <a:ext cx="900000" cy="36000000"/>
          </a:xfrm>
          <a:prstGeom prst="rect">
            <a:avLst/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A2581E8C-F9FA-4D35-9F8B-E7EF060CF2A2}"/>
              </a:ext>
            </a:extLst>
          </p:cNvPr>
          <p:cNvSpPr/>
          <p:nvPr userDrawn="1"/>
        </p:nvSpPr>
        <p:spPr>
          <a:xfrm>
            <a:off x="0" y="0"/>
            <a:ext cx="23400000" cy="5400000"/>
          </a:xfrm>
          <a:prstGeom prst="round2DiagRect">
            <a:avLst/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ounded Rectangle 74">
            <a:extLst>
              <a:ext uri="{FF2B5EF4-FFF2-40B4-BE49-F238E27FC236}">
                <a16:creationId xmlns:a16="http://schemas.microsoft.com/office/drawing/2014/main" id="{2223474B-528F-4EA8-BC58-BA8C3C827BF8}"/>
              </a:ext>
            </a:extLst>
          </p:cNvPr>
          <p:cNvSpPr/>
          <p:nvPr userDrawn="1"/>
        </p:nvSpPr>
        <p:spPr>
          <a:xfrm>
            <a:off x="2700000" y="12600000"/>
            <a:ext cx="20700000" cy="7200000"/>
          </a:xfrm>
          <a:prstGeom prst="roundRect">
            <a:avLst>
              <a:gd name="adj" fmla="val 15330"/>
            </a:avLst>
          </a:prstGeom>
          <a:solidFill>
            <a:srgbClr val="004751">
              <a:alpha val="50196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F91D6DA-2E97-4F1B-9726-15D94A1FC3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0000" y="12600000"/>
            <a:ext cx="20700000" cy="720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s-MX" dirty="0"/>
              <a:t>Esta es la conclusión principal de su investigación. Debería simplificarse a una o dos oraciones.</a:t>
            </a:r>
            <a:endParaRPr lang="es-CO" dirty="0"/>
          </a:p>
        </p:txBody>
      </p:sp>
      <p:sp>
        <p:nvSpPr>
          <p:cNvPr id="10" name="Rounded Rectangle 74">
            <a:extLst>
              <a:ext uri="{FF2B5EF4-FFF2-40B4-BE49-F238E27FC236}">
                <a16:creationId xmlns:a16="http://schemas.microsoft.com/office/drawing/2014/main" id="{B8F89966-50CA-470E-9C4E-378C8D35B867}"/>
              </a:ext>
            </a:extLst>
          </p:cNvPr>
          <p:cNvSpPr/>
          <p:nvPr userDrawn="1"/>
        </p:nvSpPr>
        <p:spPr>
          <a:xfrm>
            <a:off x="2700000" y="6360225"/>
            <a:ext cx="20700000" cy="5400000"/>
          </a:xfrm>
          <a:prstGeom prst="roundRect">
            <a:avLst>
              <a:gd name="adj" fmla="val 10228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F136E91-5825-48A0-9365-6B7F6A06F452}"/>
              </a:ext>
            </a:extLst>
          </p:cNvPr>
          <p:cNvSpPr/>
          <p:nvPr userDrawn="1"/>
        </p:nvSpPr>
        <p:spPr>
          <a:xfrm>
            <a:off x="2700000" y="6360225"/>
            <a:ext cx="207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7E6BEB-E96B-4110-ABB9-931401F9C2C1}"/>
              </a:ext>
            </a:extLst>
          </p:cNvPr>
          <p:cNvSpPr txBox="1"/>
          <p:nvPr userDrawn="1"/>
        </p:nvSpPr>
        <p:spPr>
          <a:xfrm>
            <a:off x="2700000" y="6300000"/>
            <a:ext cx="207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Resumen</a:t>
            </a:r>
          </a:p>
        </p:txBody>
      </p:sp>
      <p:sp>
        <p:nvSpPr>
          <p:cNvPr id="23" name="Rounded Rectangle 74">
            <a:extLst>
              <a:ext uri="{FF2B5EF4-FFF2-40B4-BE49-F238E27FC236}">
                <a16:creationId xmlns:a16="http://schemas.microsoft.com/office/drawing/2014/main" id="{16A9A0F8-D2B0-4946-8283-AA54ADD731A1}"/>
              </a:ext>
            </a:extLst>
          </p:cNvPr>
          <p:cNvSpPr/>
          <p:nvPr userDrawn="1"/>
        </p:nvSpPr>
        <p:spPr>
          <a:xfrm>
            <a:off x="13500000" y="20700000"/>
            <a:ext cx="9900000" cy="10800000"/>
          </a:xfrm>
          <a:prstGeom prst="roundRect">
            <a:avLst>
              <a:gd name="adj" fmla="val 5444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5EB3B93-343F-4456-9A5C-FA8B720DF84F}"/>
              </a:ext>
            </a:extLst>
          </p:cNvPr>
          <p:cNvSpPr/>
          <p:nvPr userDrawn="1"/>
        </p:nvSpPr>
        <p:spPr>
          <a:xfrm>
            <a:off x="13500000" y="20700000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62403AA-BFDF-497C-9490-6BAF4AB1145F}"/>
              </a:ext>
            </a:extLst>
          </p:cNvPr>
          <p:cNvSpPr txBox="1"/>
          <p:nvPr userDrawn="1"/>
        </p:nvSpPr>
        <p:spPr>
          <a:xfrm>
            <a:off x="13500000" y="20700000"/>
            <a:ext cx="9900000" cy="10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Resultados</a:t>
            </a:r>
          </a:p>
        </p:txBody>
      </p:sp>
      <p:sp>
        <p:nvSpPr>
          <p:cNvPr id="30" name="Rounded Rectangle 74">
            <a:extLst>
              <a:ext uri="{FF2B5EF4-FFF2-40B4-BE49-F238E27FC236}">
                <a16:creationId xmlns:a16="http://schemas.microsoft.com/office/drawing/2014/main" id="{7F8AD3F0-1CD2-4369-80FE-E771346FF677}"/>
              </a:ext>
            </a:extLst>
          </p:cNvPr>
          <p:cNvSpPr/>
          <p:nvPr userDrawn="1"/>
        </p:nvSpPr>
        <p:spPr>
          <a:xfrm>
            <a:off x="2700000" y="20700000"/>
            <a:ext cx="9900000" cy="10800000"/>
          </a:xfrm>
          <a:prstGeom prst="roundRect">
            <a:avLst>
              <a:gd name="adj" fmla="val 5994"/>
            </a:avLst>
          </a:prstGeom>
          <a:noFill/>
          <a:ln w="76200"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EF286F2-5250-4468-991A-1A817F553C59}"/>
              </a:ext>
            </a:extLst>
          </p:cNvPr>
          <p:cNvSpPr/>
          <p:nvPr userDrawn="1"/>
        </p:nvSpPr>
        <p:spPr>
          <a:xfrm>
            <a:off x="2700000" y="20700000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004751"/>
          </a:solidFill>
          <a:ln>
            <a:solidFill>
              <a:srgbClr val="0047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29DEE6-3577-4DAD-8235-CEDCF8FEED72}"/>
              </a:ext>
            </a:extLst>
          </p:cNvPr>
          <p:cNvSpPr txBox="1"/>
          <p:nvPr userDrawn="1"/>
        </p:nvSpPr>
        <p:spPr>
          <a:xfrm>
            <a:off x="2700000" y="20700000"/>
            <a:ext cx="99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Metodología</a:t>
            </a:r>
          </a:p>
        </p:txBody>
      </p:sp>
      <p:sp>
        <p:nvSpPr>
          <p:cNvPr id="20" name="Título 10">
            <a:extLst>
              <a:ext uri="{FF2B5EF4-FFF2-40B4-BE49-F238E27FC236}">
                <a16:creationId xmlns:a16="http://schemas.microsoft.com/office/drawing/2014/main" id="{9AAECDF6-AC18-44E5-A178-B9CA4A48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0" y="0"/>
            <a:ext cx="21600000" cy="4140000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21" name="Marcador de texto 34">
            <a:extLst>
              <a:ext uri="{FF2B5EF4-FFF2-40B4-BE49-F238E27FC236}">
                <a16:creationId xmlns:a16="http://schemas.microsoft.com/office/drawing/2014/main" id="{2E5848E5-9D97-4C48-9CE6-AC1F286C23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3" y="4371064"/>
            <a:ext cx="20183495" cy="72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s-MX" dirty="0"/>
              <a:t>Nombres de los autores.</a:t>
            </a:r>
            <a:endParaRPr lang="es-CO" dirty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0A65A6A6-CDEA-4AB2-BDC3-5A9A6114AD9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00338" y="7416000"/>
            <a:ext cx="20699412" cy="4344225"/>
          </a:xfrm>
          <a:ln>
            <a:solidFill>
              <a:srgbClr val="6CBAC7"/>
            </a:solidFill>
          </a:ln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2E5E4B36-7297-45B8-AD43-19F3409387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99999" y="21816000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7DF655BB-5B3A-4D4D-91D3-2C3A54900A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533117" y="21771225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E40228-DA18-4A2E-9D13-6C5434650E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999" y="31894146"/>
            <a:ext cx="3613358" cy="360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611048C-DDFE-4308-9F7C-60331412CC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819" y="31894146"/>
            <a:ext cx="5572325" cy="3600000"/>
          </a:xfrm>
          <a:prstGeom prst="rect">
            <a:avLst/>
          </a:prstGeom>
        </p:spPr>
      </p:pic>
      <p:sp>
        <p:nvSpPr>
          <p:cNvPr id="28" name="Marcador de posición de imagen 10">
            <a:extLst>
              <a:ext uri="{FF2B5EF4-FFF2-40B4-BE49-F238E27FC236}">
                <a16:creationId xmlns:a16="http://schemas.microsoft.com/office/drawing/2014/main" id="{ACC9274B-E5A5-482F-A2AF-4F76692FB03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9799750" y="31894146"/>
            <a:ext cx="3600000" cy="360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s-CO" dirty="0"/>
              <a:t>Código QR</a:t>
            </a:r>
          </a:p>
        </p:txBody>
      </p:sp>
    </p:spTree>
    <p:extLst>
      <p:ext uri="{BB962C8B-B14F-4D97-AF65-F5344CB8AC3E}">
        <p14:creationId xmlns:p14="http://schemas.microsoft.com/office/powerpoint/2010/main" val="2313115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tec_C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0549E5-3211-4DB6-B2BE-9F0DB6CA67E9}"/>
              </a:ext>
            </a:extLst>
          </p:cNvPr>
          <p:cNvSpPr/>
          <p:nvPr userDrawn="1"/>
        </p:nvSpPr>
        <p:spPr>
          <a:xfrm>
            <a:off x="0" y="0"/>
            <a:ext cx="900000" cy="36000000"/>
          </a:xfrm>
          <a:prstGeom prst="rect">
            <a:avLst/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: esquinas diagonales redondeadas 2">
            <a:extLst>
              <a:ext uri="{FF2B5EF4-FFF2-40B4-BE49-F238E27FC236}">
                <a16:creationId xmlns:a16="http://schemas.microsoft.com/office/drawing/2014/main" id="{A2581E8C-F9FA-4D35-9F8B-E7EF060CF2A2}"/>
              </a:ext>
            </a:extLst>
          </p:cNvPr>
          <p:cNvSpPr/>
          <p:nvPr userDrawn="1"/>
        </p:nvSpPr>
        <p:spPr>
          <a:xfrm>
            <a:off x="0" y="0"/>
            <a:ext cx="23400000" cy="5400000"/>
          </a:xfrm>
          <a:prstGeom prst="round2DiagRect">
            <a:avLst/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ounded Rectangle 74">
            <a:extLst>
              <a:ext uri="{FF2B5EF4-FFF2-40B4-BE49-F238E27FC236}">
                <a16:creationId xmlns:a16="http://schemas.microsoft.com/office/drawing/2014/main" id="{2223474B-528F-4EA8-BC58-BA8C3C827BF8}"/>
              </a:ext>
            </a:extLst>
          </p:cNvPr>
          <p:cNvSpPr/>
          <p:nvPr userDrawn="1"/>
        </p:nvSpPr>
        <p:spPr>
          <a:xfrm>
            <a:off x="2700000" y="12600000"/>
            <a:ext cx="20700000" cy="7200000"/>
          </a:xfrm>
          <a:prstGeom prst="roundRect">
            <a:avLst>
              <a:gd name="adj" fmla="val 15330"/>
            </a:avLst>
          </a:prstGeom>
          <a:solidFill>
            <a:srgbClr val="6CBAC7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F91D6DA-2E97-4F1B-9726-15D94A1FC3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0000" y="12600000"/>
            <a:ext cx="20700000" cy="720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s-MX" dirty="0"/>
              <a:t>Esta es la conclusión principal de su investigación. Debería simplificarse a una o dos oraciones.</a:t>
            </a:r>
            <a:endParaRPr lang="es-CO" dirty="0"/>
          </a:p>
        </p:txBody>
      </p:sp>
      <p:sp>
        <p:nvSpPr>
          <p:cNvPr id="10" name="Rounded Rectangle 74">
            <a:extLst>
              <a:ext uri="{FF2B5EF4-FFF2-40B4-BE49-F238E27FC236}">
                <a16:creationId xmlns:a16="http://schemas.microsoft.com/office/drawing/2014/main" id="{B8F89966-50CA-470E-9C4E-378C8D35B867}"/>
              </a:ext>
            </a:extLst>
          </p:cNvPr>
          <p:cNvSpPr/>
          <p:nvPr userDrawn="1"/>
        </p:nvSpPr>
        <p:spPr>
          <a:xfrm>
            <a:off x="2700000" y="6360225"/>
            <a:ext cx="20700000" cy="5400000"/>
          </a:xfrm>
          <a:prstGeom prst="roundRect">
            <a:avLst>
              <a:gd name="adj" fmla="val 10228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F136E91-5825-48A0-9365-6B7F6A06F452}"/>
              </a:ext>
            </a:extLst>
          </p:cNvPr>
          <p:cNvSpPr/>
          <p:nvPr userDrawn="1"/>
        </p:nvSpPr>
        <p:spPr>
          <a:xfrm>
            <a:off x="2699750" y="6359318"/>
            <a:ext cx="207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7E6BEB-E96B-4110-ABB9-931401F9C2C1}"/>
              </a:ext>
            </a:extLst>
          </p:cNvPr>
          <p:cNvSpPr txBox="1"/>
          <p:nvPr userDrawn="1"/>
        </p:nvSpPr>
        <p:spPr>
          <a:xfrm>
            <a:off x="2699750" y="6314543"/>
            <a:ext cx="207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Resumen</a:t>
            </a:r>
          </a:p>
        </p:txBody>
      </p:sp>
      <p:sp>
        <p:nvSpPr>
          <p:cNvPr id="23" name="Rounded Rectangle 74">
            <a:extLst>
              <a:ext uri="{FF2B5EF4-FFF2-40B4-BE49-F238E27FC236}">
                <a16:creationId xmlns:a16="http://schemas.microsoft.com/office/drawing/2014/main" id="{16A9A0F8-D2B0-4946-8283-AA54ADD731A1}"/>
              </a:ext>
            </a:extLst>
          </p:cNvPr>
          <p:cNvSpPr/>
          <p:nvPr userDrawn="1"/>
        </p:nvSpPr>
        <p:spPr>
          <a:xfrm>
            <a:off x="13500000" y="20686006"/>
            <a:ext cx="9900000" cy="10800000"/>
          </a:xfrm>
          <a:prstGeom prst="roundRect">
            <a:avLst>
              <a:gd name="adj" fmla="val 5496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5EB3B93-343F-4456-9A5C-FA8B720DF84F}"/>
              </a:ext>
            </a:extLst>
          </p:cNvPr>
          <p:cNvSpPr/>
          <p:nvPr userDrawn="1"/>
        </p:nvSpPr>
        <p:spPr>
          <a:xfrm>
            <a:off x="13520362" y="20686006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62403AA-BFDF-497C-9490-6BAF4AB1145F}"/>
              </a:ext>
            </a:extLst>
          </p:cNvPr>
          <p:cNvSpPr txBox="1"/>
          <p:nvPr userDrawn="1"/>
        </p:nvSpPr>
        <p:spPr>
          <a:xfrm>
            <a:off x="13520362" y="20686006"/>
            <a:ext cx="99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Resultados</a:t>
            </a:r>
          </a:p>
        </p:txBody>
      </p:sp>
      <p:sp>
        <p:nvSpPr>
          <p:cNvPr id="30" name="Rounded Rectangle 74">
            <a:extLst>
              <a:ext uri="{FF2B5EF4-FFF2-40B4-BE49-F238E27FC236}">
                <a16:creationId xmlns:a16="http://schemas.microsoft.com/office/drawing/2014/main" id="{7F8AD3F0-1CD2-4369-80FE-E771346FF677}"/>
              </a:ext>
            </a:extLst>
          </p:cNvPr>
          <p:cNvSpPr/>
          <p:nvPr userDrawn="1"/>
        </p:nvSpPr>
        <p:spPr>
          <a:xfrm>
            <a:off x="2700000" y="20744775"/>
            <a:ext cx="9900000" cy="10800000"/>
          </a:xfrm>
          <a:prstGeom prst="roundRect">
            <a:avLst>
              <a:gd name="adj" fmla="val 5342"/>
            </a:avLst>
          </a:prstGeom>
          <a:noFill/>
          <a:ln w="76200">
            <a:solidFill>
              <a:srgbClr val="6CBA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marL="0" marR="0" lvl="0" indent="0" algn="ctr" defTabSz="43890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Arial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EF286F2-5250-4468-991A-1A817F553C59}"/>
              </a:ext>
            </a:extLst>
          </p:cNvPr>
          <p:cNvSpPr/>
          <p:nvPr userDrawn="1"/>
        </p:nvSpPr>
        <p:spPr>
          <a:xfrm>
            <a:off x="2693650" y="20744775"/>
            <a:ext cx="9900000" cy="1080000"/>
          </a:xfrm>
          <a:prstGeom prst="roundRect">
            <a:avLst>
              <a:gd name="adj" fmla="val 50000"/>
            </a:avLst>
          </a:prstGeom>
          <a:solidFill>
            <a:srgbClr val="6CBA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29DEE6-3577-4DAD-8235-CEDCF8FEED72}"/>
              </a:ext>
            </a:extLst>
          </p:cNvPr>
          <p:cNvSpPr txBox="1"/>
          <p:nvPr userDrawn="1"/>
        </p:nvSpPr>
        <p:spPr>
          <a:xfrm>
            <a:off x="2693650" y="20744775"/>
            <a:ext cx="9900000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000" b="1" dirty="0">
                <a:solidFill>
                  <a:schemeClr val="bg1"/>
                </a:solidFill>
                <a:latin typeface="+mj-lt"/>
              </a:rPr>
              <a:t>Metodología</a:t>
            </a:r>
          </a:p>
        </p:txBody>
      </p:sp>
      <p:sp>
        <p:nvSpPr>
          <p:cNvPr id="20" name="Título 10">
            <a:extLst>
              <a:ext uri="{FF2B5EF4-FFF2-40B4-BE49-F238E27FC236}">
                <a16:creationId xmlns:a16="http://schemas.microsoft.com/office/drawing/2014/main" id="{C10A4DA9-52EA-4F9E-A2C7-DA98EEC6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0" y="0"/>
            <a:ext cx="21600000" cy="4140000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21" name="Marcador de texto 34">
            <a:extLst>
              <a:ext uri="{FF2B5EF4-FFF2-40B4-BE49-F238E27FC236}">
                <a16:creationId xmlns:a16="http://schemas.microsoft.com/office/drawing/2014/main" id="{3F2CF3C3-C673-44FB-A48F-0D3C5C3A6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3" y="4371064"/>
            <a:ext cx="20183495" cy="720000"/>
          </a:xfrm>
        </p:spPr>
        <p:txBody>
          <a:bodyPr anchor="ctr">
            <a:noAutofit/>
          </a:bodyPr>
          <a:lstStyle>
            <a:lvl1pPr marL="0" indent="0" algn="ctr">
              <a:buNone/>
              <a:defRPr sz="5000">
                <a:solidFill>
                  <a:schemeClr val="bg2"/>
                </a:solidFill>
              </a:defRPr>
            </a:lvl1pPr>
          </a:lstStyle>
          <a:p>
            <a:pPr lvl="0"/>
            <a:r>
              <a:rPr lang="es-MX" dirty="0"/>
              <a:t>Nombres de los autores.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07A42-AC42-487E-B341-F0EF881AEC0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00338" y="7416000"/>
            <a:ext cx="20699412" cy="4344225"/>
          </a:xfrm>
          <a:ln>
            <a:solidFill>
              <a:srgbClr val="6CBAC7"/>
            </a:solidFill>
          </a:ln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40E8D5E6-C330-4060-BCA3-7A89887896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699999" y="21816000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4EA7AE76-C024-4A64-A7BD-CADDF4B6671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3533117" y="21771225"/>
            <a:ext cx="9899987" cy="9728775"/>
          </a:xfrm>
        </p:spPr>
        <p:txBody>
          <a:bodyPr>
            <a:noAutofit/>
          </a:bodyPr>
          <a:lstStyle>
            <a:lvl1pPr marL="0" indent="0">
              <a:buNone/>
              <a:defRPr sz="4400"/>
            </a:lvl1pPr>
            <a:lvl2pPr marL="1259997" indent="0">
              <a:buNone/>
              <a:defRPr sz="4000"/>
            </a:lvl2pPr>
            <a:lvl3pPr marL="2519995" indent="0">
              <a:buNone/>
              <a:defRPr sz="3200"/>
            </a:lvl3pPr>
            <a:lvl4pPr marL="3779992" indent="0">
              <a:buNone/>
              <a:defRPr sz="2800"/>
            </a:lvl4pPr>
            <a:lvl5pPr marL="5039990" indent="0">
              <a:buNone/>
              <a:defRPr sz="2800"/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9197A3E5-60C2-4866-8C95-BDE35E7FB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999" y="31894146"/>
            <a:ext cx="3613358" cy="36000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6B12A5F3-9FEA-4D86-A296-27A3B2EC6D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819" y="31894146"/>
            <a:ext cx="5572325" cy="3600000"/>
          </a:xfrm>
          <a:prstGeom prst="rect">
            <a:avLst/>
          </a:prstGeom>
        </p:spPr>
      </p:pic>
      <p:sp>
        <p:nvSpPr>
          <p:cNvPr id="36" name="Marcador de posición de imagen 10">
            <a:extLst>
              <a:ext uri="{FF2B5EF4-FFF2-40B4-BE49-F238E27FC236}">
                <a16:creationId xmlns:a16="http://schemas.microsoft.com/office/drawing/2014/main" id="{1F3BCF0B-6737-4D6D-A7E4-72AA772FBCE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9799750" y="31894146"/>
            <a:ext cx="3600000" cy="3600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s-CO" dirty="0"/>
              <a:t>Código QR</a:t>
            </a:r>
          </a:p>
        </p:txBody>
      </p:sp>
    </p:spTree>
    <p:extLst>
      <p:ext uri="{BB962C8B-B14F-4D97-AF65-F5344CB8AC3E}">
        <p14:creationId xmlns:p14="http://schemas.microsoft.com/office/powerpoint/2010/main" val="109181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7E173-671E-489D-AE22-FB7DF79675DF}" type="datetimeFigureOut">
              <a:rPr lang="es-CO" smtClean="0"/>
              <a:t>30/04/2025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E3319-A378-484C-AFB3-6E9BB107C0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418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87A3E2B8-EF4B-40EF-B503-FAC3C04419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124DC036-20FC-4332-8DD7-D516EAF6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9023CE79-226F-4203-BC04-ACCABDA2FC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069E5552-5A0A-4439-A312-2299F70FCD5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E7738EE-38F7-4025-9E60-B5F0BC8CCC1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79BD04E5-920C-4911-9035-667C17FDCBC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7CF9E774-BABB-45E5-987F-AF288F641B7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372621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7D941952-7E03-4D2D-9EDC-443FB7FBF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BE46D2FA-CE77-4B2F-8F68-78B4E941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9E3E1EB3-863D-4516-962F-2FFD8FFE5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E6E7BBDD-8801-44E4-8CE3-E7CF7C0D70B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9231E114-9296-4624-BEC1-BB1CCE20B68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8AFE2413-F482-4EE1-A46A-D8C2FB3680E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A36C76DA-0685-4A03-912F-DF3193816A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79756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41B9AFB-013D-4196-A7BC-0E37E98FC5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8C838CB-E2FE-458C-A699-F9F8F048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8D8F22B-A7D6-4E95-A03C-BFE56DA0E9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847472AE-54D2-449E-89A9-35E7A827562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E9A3CA8C-BE9B-484A-A8B7-2CDEE51997A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622ECBB5-BD85-43A0-BC89-15169D9CC02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27298D6-784A-49C9-B88E-5DE4EC9FCE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417351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8C3291B-5056-48A4-BEE9-C4A635C29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8246BED-C318-46A8-809D-FFC88F57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8D534A4-9393-4AF0-8324-F68675ECF0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CFBC4E77-B76D-4F59-9A11-E7DDB333C38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7A5F767C-6762-43A6-893B-B0DF04A79EE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F173B900-E8A3-494C-B639-824E838753A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8EA370A2-2DB9-4332-95AB-DF37822B16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2348424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IA">
      <a:dk1>
        <a:sysClr val="windowText" lastClr="000000"/>
      </a:dk1>
      <a:lt1>
        <a:sysClr val="window" lastClr="FFFFFF"/>
      </a:lt1>
      <a:dk2>
        <a:srgbClr val="323232"/>
      </a:dk2>
      <a:lt2>
        <a:srgbClr val="EBF0F4"/>
      </a:lt2>
      <a:accent1>
        <a:srgbClr val="1E515C"/>
      </a:accent1>
      <a:accent2>
        <a:srgbClr val="62B7D0"/>
      </a:accent2>
      <a:accent3>
        <a:srgbClr val="590F61"/>
      </a:accent3>
      <a:accent4>
        <a:srgbClr val="EA8600"/>
      </a:accent4>
      <a:accent5>
        <a:srgbClr val="1E77A1"/>
      </a:accent5>
      <a:accent6>
        <a:srgbClr val="76C8B5"/>
      </a:accent6>
      <a:hlink>
        <a:srgbClr val="1E77A1"/>
      </a:hlink>
      <a:folHlink>
        <a:srgbClr val="62B7D0"/>
      </a:folHlink>
    </a:clrScheme>
    <a:fontScheme name="wea">
      <a:majorFont>
        <a:latin typeface="Jost ExtraBold"/>
        <a:ea typeface=""/>
        <a:cs typeface=""/>
      </a:majorFont>
      <a:minorFont>
        <a:latin typeface="Albert Sans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7238E5C2561F4190C23F890D10EF55" ma:contentTypeVersion="12" ma:contentTypeDescription="Crear nuevo documento." ma:contentTypeScope="" ma:versionID="6f7672a36503c32271f1c86c2757dd6d">
  <xsd:schema xmlns:xsd="http://www.w3.org/2001/XMLSchema" xmlns:xs="http://www.w3.org/2001/XMLSchema" xmlns:p="http://schemas.microsoft.com/office/2006/metadata/properties" xmlns:ns2="7f4fc69b-9276-4df7-8008-5dceba23c914" xmlns:ns3="c4493804-27ad-4cf8-b258-b7012c999a1a" targetNamespace="http://schemas.microsoft.com/office/2006/metadata/properties" ma:root="true" ma:fieldsID="31054a7e97722a5d25bb309f01b58441" ns2:_="" ns3:_="">
    <xsd:import namespace="7f4fc69b-9276-4df7-8008-5dceba23c914"/>
    <xsd:import namespace="c4493804-27ad-4cf8-b258-b7012c999a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fc69b-9276-4df7-8008-5dceba23c9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2093fb0a-f3be-4120-808e-fc0c80b8c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93804-27ad-4cf8-b258-b7012c999a1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207d9e7-bdf5-4666-accb-b99a5fc4780e}" ma:internalName="TaxCatchAll" ma:showField="CatchAllData" ma:web="c4493804-27ad-4cf8-b258-b7012c999a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4fc69b-9276-4df7-8008-5dceba23c914">
      <Terms xmlns="http://schemas.microsoft.com/office/infopath/2007/PartnerControls"/>
    </lcf76f155ced4ddcb4097134ff3c332f>
    <TaxCatchAll xmlns="c4493804-27ad-4cf8-b258-b7012c999a1a" xsi:nil="true"/>
  </documentManagement>
</p:properties>
</file>

<file path=customXml/itemProps1.xml><?xml version="1.0" encoding="utf-8"?>
<ds:datastoreItem xmlns:ds="http://schemas.openxmlformats.org/officeDocument/2006/customXml" ds:itemID="{3D1D46CE-BE70-4F4C-8925-8BE08DA0C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4fc69b-9276-4df7-8008-5dceba23c914"/>
    <ds:schemaRef ds:uri="c4493804-27ad-4cf8-b258-b7012c999a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F86126-2AC5-485F-931E-C8817C1BC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BE4C5E-0822-4C71-9711-7AD384F1AF50}">
  <ds:schemaRefs>
    <ds:schemaRef ds:uri="http://schemas.openxmlformats.org/package/2006/metadata/core-properties"/>
    <ds:schemaRef ds:uri="c4493804-27ad-4cf8-b258-b7012c999a1a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7f4fc69b-9276-4df7-8008-5dceba23c914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352</TotalTime>
  <Words>0</Words>
  <Application>Microsoft Office PowerPoint</Application>
  <PresentationFormat>Personalizado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Jost ExtraBold</vt:lpstr>
      <vt:lpstr>Albert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Quintero Zea</dc:creator>
  <cp:lastModifiedBy>Andrés Quintero Zea</cp:lastModifiedBy>
  <cp:revision>18</cp:revision>
  <dcterms:created xsi:type="dcterms:W3CDTF">2022-11-28T16:45:10Z</dcterms:created>
  <dcterms:modified xsi:type="dcterms:W3CDTF">2025-04-30T16:49:49Z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0x010100927238E5C2561F4190C23F890D10EF55</vt:lpwstr>
  </property>
</Properties>
</file>